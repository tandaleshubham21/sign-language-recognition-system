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8" r:id="rId8"/>
    <p:sldId id="261" r:id="rId9"/>
    <p:sldId id="262" r:id="rId10"/>
    <p:sldId id="265" r:id="rId11"/>
    <p:sldId id="263" r:id="rId12"/>
    <p:sldId id="264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942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73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65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20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2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23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29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AF0FB70-7CC7-4834-A2DF-83C24C3A6D85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84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05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049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54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AF0FB70-7CC7-4834-A2DF-83C24C3A6D85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6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C7D2-63AD-4EBE-AD60-DD1903FC2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398" y="954146"/>
            <a:ext cx="9144000" cy="2387600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Based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F8E97-40AF-4FF6-92B3-3FA5D9B1A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7750" y="4862454"/>
            <a:ext cx="4800600" cy="1655762"/>
          </a:xfrm>
        </p:spPr>
        <p:txBody>
          <a:bodyPr>
            <a:normAutofit/>
          </a:bodyPr>
          <a:lstStyle/>
          <a:p>
            <a:r>
              <a:rPr lang="en-IN" dirty="0"/>
              <a:t>Under the guidance of</a:t>
            </a:r>
          </a:p>
          <a:p>
            <a:r>
              <a:rPr lang="en-IN" dirty="0"/>
              <a:t>Prof. Vidhi Parikh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08B43-D623-4C2B-8CDD-F5D399522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66309"/>
            <a:ext cx="2177143" cy="716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3D9696-C19F-4C89-91DA-1732C7867636}"/>
              </a:ext>
            </a:extLst>
          </p:cNvPr>
          <p:cNvSpPr txBox="1"/>
          <p:nvPr/>
        </p:nvSpPr>
        <p:spPr>
          <a:xfrm>
            <a:off x="1676398" y="2290763"/>
            <a:ext cx="5915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 ASL using CNN</a:t>
            </a:r>
            <a:endParaRPr lang="en-IN" sz="400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AD231F7-C1B5-46EC-AFD1-BFBAE22B8216}"/>
              </a:ext>
            </a:extLst>
          </p:cNvPr>
          <p:cNvSpPr txBox="1">
            <a:spLocks/>
          </p:cNvSpPr>
          <p:nvPr/>
        </p:nvSpPr>
        <p:spPr>
          <a:xfrm>
            <a:off x="6629400" y="4673542"/>
            <a:ext cx="48006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dirty="0"/>
              <a:t>By</a:t>
            </a:r>
          </a:p>
          <a:p>
            <a:pPr algn="r"/>
            <a:r>
              <a:rPr lang="en-IN" dirty="0"/>
              <a:t>Shubham Tandale -51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136811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9BA0-A7F5-4A3D-9FD6-2DBDAC96C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American Sign Language (ASL)?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F2F24-114D-44F9-8301-9FEF353D7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American Sign Language (ASL) is a complete, natural language that uses hand gestures, facial expressions, and body movements to convey meaning.</a:t>
            </a:r>
          </a:p>
          <a:p>
            <a:pPr marL="0" indent="0" algn="l">
              <a:buNone/>
            </a:pPr>
            <a:endParaRPr 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It is the primary language of the Deaf and Hard of Hearing community in the United States and parts of Canada.</a:t>
            </a:r>
          </a:p>
          <a:p>
            <a:pPr marL="0" indent="0" algn="l">
              <a:buNone/>
            </a:pPr>
            <a:endParaRPr 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ASL has its own grammar, syntax, and sentence structure, different from English.</a:t>
            </a:r>
          </a:p>
          <a:p>
            <a:pPr marL="0" indent="0" algn="l">
              <a:buNone/>
            </a:pPr>
            <a:endParaRPr 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Communication in ASL involves both manual signs (hands) and non-manual markers like facial expressions and head movements.</a:t>
            </a:r>
          </a:p>
          <a:p>
            <a:pPr algn="l"/>
            <a:endParaRPr lang="en-IN" sz="2000" dirty="0"/>
          </a:p>
          <a:p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5ADAC-50C2-47A6-B577-20ACD02AB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05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B5B9-E012-4E87-BF57-7B34F126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96178"/>
            <a:ext cx="10058400" cy="1450757"/>
          </a:xfrm>
        </p:spPr>
        <p:txBody>
          <a:bodyPr/>
          <a:lstStyle/>
          <a:p>
            <a:r>
              <a:rPr lang="en-US" b="1" dirty="0"/>
              <a:t>ASL Recognition Using Deep Learning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169C8E-6B41-4AA7-88EA-8BF025A0E5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6776" y="2310409"/>
            <a:ext cx="1077277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Involves capturing images or video frames of hand gestures.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extraction and pattern recognition are used to identify gestures.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Deep learning models like Convolutional Neural Networks (CNNs) learn to classify signs automatically.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ASL recognition can be done through webcams or mobile cameras.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25E59-2228-4C88-B086-38DB827D1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6630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54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218B-1965-4A78-9C6D-CBF41072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3EB51-0E7D-4A96-9D23-CFCAABC6B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7B860B4-8E0A-4C1D-9051-3E87722703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1862675"/>
            <a:ext cx="9401292" cy="3132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Millions of deaf and hard-of-hearing individuals face communication barriers in virtual platforms.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AccessTech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aims to develop an AI-powered real-time ASL recognition system.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system should identify ASL gestures (A–Z, 0–9) accurately from RGB images.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Achieve at least 90% accuracy using a CNN-based model.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806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EB6B-FB4B-4618-BA4E-08FF80D9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0E27A0-4DAD-4F9A-964C-BA9A2C059D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29180"/>
            <a:ext cx="720004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Collect and preprocess ASL gesture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 a deep learning model (e.g., CNN, MobileNetV2, 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AlexNet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Evaluate model accuracy and visualize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Enabling gesture prediction by giving image input.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57142-823C-4D83-B37F-85D4CE639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2820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0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A0AE-CFC1-4A14-8CD6-A2F8EAFA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8E46F6-A67C-4DBD-BD34-498D7E1358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74977"/>
            <a:ext cx="997670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Dataset Size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Only 56 samples per class; prone to overfitting.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 Gestures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Subtle differences between signs (e.g., ‘v' vs. ‘2’,’o’ vs ’0’,’i’ vs ‘j’,’6’ vs ‘w’).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Variability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Non-uniform lighting, background clutter, and hand tones.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Constraint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Must exceed 90% accuracy with limited data.</a:t>
            </a:r>
          </a:p>
        </p:txBody>
      </p:sp>
    </p:spTree>
    <p:extLst>
      <p:ext uri="{BB962C8B-B14F-4D97-AF65-F5344CB8AC3E}">
        <p14:creationId xmlns:p14="http://schemas.microsoft.com/office/powerpoint/2010/main" val="286855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CD5E-41A4-4E25-93B7-E250A98C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3D5718-85D4-47F3-B627-C6BF88EAC4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81555"/>
            <a:ext cx="575003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ASL translation in video conferencing.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Educational tools for sign language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Healthcare communication for patients and doctors.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Accessibility systems for public service counters.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6C64D-4341-4CEE-9506-BC6B036F5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2820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27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B597-9BCF-4505-B166-F823BBA9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and </a:t>
            </a:r>
            <a:r>
              <a:rPr lang="en-IN" b="1" dirty="0" err="1"/>
              <a:t>Preprocessing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D6F69-058B-4FDB-8C94-0BB41017D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Dataset: American Sign Language dataset (A–Z hand gestures).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Images converted to grayscale for simplicity and speed.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Applied normalization and data augmentation to improve model generalization.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split into training and testing sets.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4B5CC2-67A4-41E8-B987-07F2AB5CB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04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6BCE-2EA9-4FC2-9E89-F8140B0FF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Architecture — </a:t>
            </a:r>
            <a:r>
              <a:rPr lang="en-IN" b="1" dirty="0" err="1"/>
              <a:t>EfficientNet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F05B6-AE3C-4CB0-A3ED-8DB784173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AD5F692-4DF4-4220-BB5E-15FABD494E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97839"/>
            <a:ext cx="938179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EfficientNet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balances model size, accuracy, and computation using compound scaling.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Architecture built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Depthwise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separable convolutions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Swish activation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Batch normalization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Global average pooling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Dense output layer with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softmax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activation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Transfer learning from EfficientNetB0 pretrained on ImageNet.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Optimizer: Adam, Loss: Categorical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Crossentropy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8022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5607-6C7C-4ADF-838A-ABE222FD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Performance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8397FF-52B6-4064-8CCC-05D18BA55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1605" y="1862644"/>
            <a:ext cx="7400963" cy="4385756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1D864C-7E83-4616-BAB0-EB1634CD3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85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A390-6EEB-4B46-8996-B753B0DF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Plot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27C894-3785-43F0-A6AE-C21EE6EDD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28209"/>
            <a:ext cx="2177143" cy="71613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E96E33-500B-4417-A36C-3088073E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FD2270-B5A5-4E76-95FC-3D5673D90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" y="1845734"/>
            <a:ext cx="108204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890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A6C7-EA81-4339-9418-E41FB87F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830" y="-678120"/>
            <a:ext cx="10058400" cy="1450757"/>
          </a:xfrm>
        </p:spPr>
        <p:txBody>
          <a:bodyPr/>
          <a:lstStyle/>
          <a:p>
            <a:r>
              <a:rPr lang="en-IN" b="1" dirty="0"/>
              <a:t>Confusion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DA5F6C-030B-4DDF-8573-212844DF8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97B745-0DEC-436E-A532-14D75BDA16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0" t="4961"/>
          <a:stretch/>
        </p:blipFill>
        <p:spPr>
          <a:xfrm>
            <a:off x="2187648" y="642937"/>
            <a:ext cx="7568763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88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EBC2-3777-4D55-AF8B-AB9BF6CF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Outputs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2EC1F2-9885-4EA2-96B4-758155EEB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384EDBE1-3ED1-4E9D-B4F3-1E77534E12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2083896"/>
            <a:ext cx="10058400" cy="3547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99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45E98-8272-4900-9DEB-51455E21E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277328"/>
            <a:ext cx="10058400" cy="1450757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C249-43A4-493D-8CB3-46EE32640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43234-F008-43AA-B74E-BCC1330FC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432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1343</TotalTime>
  <Words>484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Times New Roman</vt:lpstr>
      <vt:lpstr>Retrospect</vt:lpstr>
      <vt:lpstr>Project Based Learning </vt:lpstr>
      <vt:lpstr>What is American Sign Language (ASL)?</vt:lpstr>
      <vt:lpstr>ASL Recognition Using Deep Learning </vt:lpstr>
      <vt:lpstr>Problem Statement</vt:lpstr>
      <vt:lpstr>Objectives</vt:lpstr>
      <vt:lpstr>Key Challenges</vt:lpstr>
      <vt:lpstr>Applications</vt:lpstr>
      <vt:lpstr>Dataset and Preprocessing</vt:lpstr>
      <vt:lpstr>Model Architecture — EfficientNet</vt:lpstr>
      <vt:lpstr>Model Performance</vt:lpstr>
      <vt:lpstr>Plot Metrics</vt:lpstr>
      <vt:lpstr>Confusion Matrix</vt:lpstr>
      <vt:lpstr>Outputs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Kiran Chavan</dc:creator>
  <cp:lastModifiedBy>Shubham Tandale</cp:lastModifiedBy>
  <cp:revision>21</cp:revision>
  <dcterms:created xsi:type="dcterms:W3CDTF">2025-11-08T14:44:26Z</dcterms:created>
  <dcterms:modified xsi:type="dcterms:W3CDTF">2026-05-17T11:59:27Z</dcterms:modified>
</cp:coreProperties>
</file>